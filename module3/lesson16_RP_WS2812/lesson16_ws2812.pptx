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16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WS2812 Addressable LEDs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C++ for Microcontrollers  |  Module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 |  Bit-Banging Driver  |  10-LED Ring  |  RP2350 USB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Addressable LEDs?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2918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 LED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GPIO per 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or OFF (or PWM)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LEDs = 10 GPIOs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individual brightness control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2918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WS2812 (NeoPixel)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GPIO for ANY number of LEDs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LED has a built-in controller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RGB (24-bit color per LED)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LEDs = 1 GPIO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Daisy-chained (data cascades)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 WS2812 LED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Pins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91440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(5V)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91440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91440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91440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29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Out (to next LED)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Controller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155448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LED contains: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 (24-bit)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Constant-current driver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PWM channels (R, G, 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reshaping logic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first 24 bits,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rest to DOUT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Format: GRB, 24 Bits per 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23774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G7  G6  G5  G4  G3  G2  G1  G0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(byte 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  R6  R5  R4  R3  R2  R1  R0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(byte 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3774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  B6  B5  B4  B3  B2  B1  B0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(byte 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965960"/>
            <a:ext cx="768096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MSB first --&gt;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20116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order is GRB, not RGB!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bit is sent MSB first (bit 7 -&gt; bit 0)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bits total per LED: 8 green + 8 red + 8 blue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LEDs, send N x 24 bits continuously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 reset pulse (&gt;50 us LOW) to latch data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Timing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19202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 "0"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91440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920240"/>
            <a:ext cx="201168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T0H = 400 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T0L = 850 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840480" cy="192024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 "1"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03520" y="1554480"/>
            <a:ext cx="201168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920240"/>
            <a:ext cx="91440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T1H = 800 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T1L = 450 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141B3D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546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 value is encoded by the duty cycle: long HIGH = 1, short HIGH = 0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Hold LOW for &gt;50 us (&gt;280 us recommended) to latch all data into LEDs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Cascading: Data Flows Through the Chain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0" cy="7315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463040"/>
            <a:ext cx="4572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097280"/>
            <a:ext cx="1097280" cy="7315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2743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97280"/>
            <a:ext cx="1097280" cy="7315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2743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97280"/>
            <a:ext cx="1097280" cy="7315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1463040"/>
            <a:ext cx="2743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97280"/>
            <a:ext cx="1097280" cy="731520"/>
          </a:xfrm>
          <a:prstGeom prst="rect">
            <a:avLst/>
          </a:prstGeom>
          <a:solidFill>
            <a:srgbClr val="3A4A8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1463040"/>
            <a:ext cx="27432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097280"/>
            <a:ext cx="1097280" cy="7315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              DOUT  DIN              DOUT  DIN              DOUT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cascade works: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28346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sends 10 x 24 = 240 bits (for 10 LEDs)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0 grabs the first 24 bits, passes the rest to DOUT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1 grabs the next 24 bits, passes the rest...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bits sent, MCU sends RESET (&gt;50 us LOW)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LEDs update simultaneously on RESET!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Board: TENSTAR RP2350-USB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3474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 Features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RP2350A, dual Cortex-M33 @ 150 MHz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MB QSPI Flash (W25Q128)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 SRAM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male connector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+ RST buttons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WS2812 RGB LED on GP22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3840480" cy="3474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Plan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0640" y="1691640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2356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onboard WS2812 on GP22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20640" y="2377440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235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bit-bang WS2812 driver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120640" y="3063240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2356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10-LED ring on GP15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120640" y="3749040"/>
            <a:ext cx="36576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2356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rainbow animation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Bit-Banging: Generating the Signal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sendBit(uint pin, bool bit) {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(bit) {            // Send '1'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gpio_put(pin, 1);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busy_wait_ns(800); // T1H = 800 ns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gpio_put(pin, 0);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busy_wait_ns(450); // T1L = 450 ns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             // Send '0'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gpio_put(pin, 1);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busy_wait_ns(400); // T0H = 400 ns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gpio_put(pin, 0);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busy_wait_ns(850); // T0L = 850 ns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141B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1596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97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disabled during transmission to protect timing-critical signal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Driver: sendByte &amp; sendPixel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sendByte(uint pin, uint8_t byte) {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7; i &gt;= 0; i--) {   // MSB first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sendBit(pin, byte &amp; (1 &lt;&lt; i));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sendPixel(uint pin,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uint8_t r, uint8_t g, uint8_t b) {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sendByte(pin, g);  // GRB order!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sendByte(pin, r);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sendByte(pin, b);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sendReset(uint pin) {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gpio_put(pin, 0);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sleep_us(300);     // &gt;50 us reset pulse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10-LED 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0" cy="25603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46304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 VDD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210312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 (VBUS pin)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103120"/>
            <a:ext cx="146304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 GND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103120"/>
            <a:ext cx="210312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651760"/>
            <a:ext cx="146304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 DIN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2651760"/>
            <a:ext cx="2103120" cy="36576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GP15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960120"/>
            <a:ext cx="3383280" cy="25603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8521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 Notes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0" y="15544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from USB: 10 LEDs at 20mA each = 200mA max (OK for USB)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3.3V, WS2812 spec says 5V logic, but 3.3V works reliably for short runs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300-500 Ohm resistor on data line (optional but recommended)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wires short to reduce noise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GP22 = onboard WS2812 (1 LED, soldered)          GP15 = external ring (10 LEDs, wired)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  |  WS2812 Addressable LEDs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&amp; Signal Considerations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32004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Budget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WS2812 draws up to: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mA per channel at full brightness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mA per LED (full white)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mA idle (controller only)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LEDs full white = 600 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2.0 port provides 500 mA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brightness in code to stay safe!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32004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3.3V vs 5V Logic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WS2812 spec: VIH = 0.7 x VDD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VDD=5V: VIH = 3.5V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RP2350 outputs 3.3V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Technically out of spec!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works fine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runs (&lt;1m) and small LED counts.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production: use a level shifter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(74AHCT125 or similar).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3 LED ring effects: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Chase: single lit LED moves around 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Breathing: all LEDs fade in/out smoothly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wipe: ring fills one LED at a 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button to cycle between effects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state machines: hardware WS2812 driver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PIO is better than bit-banging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/ SPI on RP2350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comparison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project to GitHub Classroom before next session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16 - WS2812 Addressable LEDs</dc:title>
  <dc:subject>PptxGenJS Presentation</dc:subject>
  <dc:creator>Fundamentals of C++ for Microcontrollers</dc:creator>
  <cp:lastModifiedBy>Fundamentals of C++ for Microcontrollers</cp:lastModifiedBy>
  <cp:revision>1</cp:revision>
  <dcterms:created xsi:type="dcterms:W3CDTF">2026-04-05T15:33:55Z</dcterms:created>
  <dcterms:modified xsi:type="dcterms:W3CDTF">2026-04-05T15:33:55Z</dcterms:modified>
</cp:coreProperties>
</file>