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589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APIs and JSON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ESP32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Fetching live electricity prices from the Elering Dashboard API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Module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Goals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" y="987552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64008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GET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819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requests to public REST APIs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the HTTPClient library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36592" y="987552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8" name="Shape 6"/>
          <p:cNvSpPr/>
          <p:nvPr/>
        </p:nvSpPr>
        <p:spPr>
          <a:xfrm>
            <a:off x="4736592" y="987552"/>
            <a:ext cx="64008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892040" y="1115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58191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 JSON responses and extract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typed data fields safely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907792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2" name="Shape 10"/>
          <p:cNvSpPr/>
          <p:nvPr/>
        </p:nvSpPr>
        <p:spPr>
          <a:xfrm>
            <a:off x="347472" y="2907792"/>
            <a:ext cx="64008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502920" y="30358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NTP Sync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5021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Synchronize the ESP32 real-time clock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 the network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36592" y="2907792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6" name="Shape 14"/>
          <p:cNvSpPr/>
          <p:nvPr/>
        </p:nvSpPr>
        <p:spPr>
          <a:xfrm>
            <a:off x="4736592" y="2907792"/>
            <a:ext cx="64008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4892040" y="30358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WS2812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5021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the current electricity price 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RGB color (green = cheap, red = expensive)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00200"/>
            <a:ext cx="1463040" cy="9601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11480" y="1691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2157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lolin_c3_mini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0" y="2080260"/>
            <a:ext cx="265176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Shape 5"/>
          <p:cNvSpPr/>
          <p:nvPr/>
        </p:nvSpPr>
        <p:spPr>
          <a:xfrm>
            <a:off x="2093976" y="1600200"/>
            <a:ext cx="1463040" cy="9601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2139696" y="1691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WiFi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39696" y="2157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WPA2 / DHCP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57016" y="2080260"/>
            <a:ext cx="265176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Shape 9"/>
          <p:cNvSpPr/>
          <p:nvPr/>
        </p:nvSpPr>
        <p:spPr>
          <a:xfrm>
            <a:off x="3822192" y="1600200"/>
            <a:ext cx="1463040" cy="9601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3867912" y="1691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67912" y="2157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85232" y="2080260"/>
            <a:ext cx="265176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Shape 13"/>
          <p:cNvSpPr/>
          <p:nvPr/>
        </p:nvSpPr>
        <p:spPr>
          <a:xfrm>
            <a:off x="5550408" y="1600200"/>
            <a:ext cx="1463040" cy="9601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5596128" y="1691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Parse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96128" y="2157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ArduinoJson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13448" y="2080260"/>
            <a:ext cx="265176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Shape 17"/>
          <p:cNvSpPr/>
          <p:nvPr/>
        </p:nvSpPr>
        <p:spPr>
          <a:xfrm>
            <a:off x="7278624" y="1600200"/>
            <a:ext cx="1463040" cy="96012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/>
          <p:nvPr/>
        </p:nvSpPr>
        <p:spPr>
          <a:xfrm>
            <a:off x="7324344" y="1691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24344" y="2157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+ WS2812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start=2026-04-17T00:00:00Z  &amp;  end=2026-04-17T23:59:59Z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JSON: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3337560"/>
            <a:ext cx="7132320" cy="1572768"/>
          </a:xfrm>
          <a:prstGeom prst="rect">
            <a:avLst/>
          </a:prstGeom>
          <a:solidFill>
            <a:srgbClr val="0D1B2A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1115568" y="3429000"/>
            <a:ext cx="69128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"ee":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"timestamp": 1745535600, "price": 85.23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"timestamp": 1745539200, "price": 79.10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"fi": [ ... ],  "lv": [ ... ],  "lt": [ ... 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Elering Dashboard API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7490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/api/nps/price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URL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https://dashboard.elering.ee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parameters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 -  begin datetime (ISO 8601)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   -  end datetime (ISO 8601)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Maximum range: 1 year per request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unit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 / MWh  (divide by 1000 for EUR/kWh)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Countries in response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  fi  lv  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0" y="868680"/>
            <a:ext cx="4297680" cy="4069080"/>
          </a:xfrm>
          <a:prstGeom prst="rect">
            <a:avLst/>
          </a:prstGeom>
          <a:solidFill>
            <a:srgbClr val="0D1B2A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498848" y="960120"/>
            <a:ext cx="407822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"ee":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"timestamp": 1745535600,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"price": 85.23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"timestamp": 1745539200,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"price": 79.10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"fi": [ ... 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"lv": [ ... 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"lt": [ ...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WiFi Connection Recap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11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WiFi.begin(ssid, pass)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Initiates the connection attempt.
Non-blocking: call repeatedly or
poll with WiFi.status().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WL_CONNECTED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status constant that means
the connection is established.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WiFi.localIP()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the IP address assigned
by the DHCP server.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credentials in config.h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commit SSID / password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a public repository.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51960" y="868680"/>
            <a:ext cx="4434840" cy="4069080"/>
          </a:xfrm>
          <a:prstGeom prst="rect">
            <a:avLst/>
          </a:prstGeom>
          <a:solidFill>
            <a:srgbClr val="0D1B2A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361688" y="960120"/>
            <a:ext cx="421538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&lt;WiFi.h&gt;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"config.h"   // SSID, PASSWORD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connectWiFi()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WiFi.begin(SSID, PASSWORD);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Serial.print("Connecting");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(WiFi.status() != WL_CONNECTED)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delay(500);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Serial.print(".");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Serial.print("IP: 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Serial.println(WiFi.localIP());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HTTPClient: Making the GET Request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11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WiFiClientSecure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Wraps a TLS socket. Call
setInsecure() to skip certificate
validation (demo only).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http.begin(client, url)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the secure client and
the full URL string.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http.GET()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the HTTP status code.
200 = OK,  negative = error.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http.getString()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the full response body.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after a successful GET().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51960" y="868680"/>
            <a:ext cx="4434840" cy="4069080"/>
          </a:xfrm>
          <a:prstGeom prst="rect">
            <a:avLst/>
          </a:prstGeom>
          <a:solidFill>
            <a:srgbClr val="0D1B2A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361688" y="960120"/>
            <a:ext cx="421538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&lt;WiFiClientSecure.h&gt;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&lt;HTTPClient.h&gt;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fetchPrices(const String&amp; url)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WiFiClientSecure client;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skip TLS cert check (demo only)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client.setInsecure();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HTTPClient http;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http.begin(client, url);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code = http.GET();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(code == HTTP_CODE_OK)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body = http.getString();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http.end();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body;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Serial.printf("HTTP error: %d\n", code);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http.end();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Basics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(JavaScript Object Notation) is a text-based data format.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REST API response you will encounter uses JSON.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70674"/>
            <a:ext cx="5074920" cy="2336734"/>
          </a:xfrm>
          <a:prstGeom prst="rect">
            <a:avLst/>
          </a:prstGeom>
          <a:solidFill>
            <a:srgbClr val="0D1B2A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566928" y="2191609"/>
            <a:ext cx="4855464" cy="233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          // bool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"count":   24,            // number (integer)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"1.3.0",      // 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                 // nested object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"ee": [                 // array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"timestamp": 1745535600,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"price":     85.23  // number (float)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6072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types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93852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5833872" y="20025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59168" y="20025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2441448"/>
            <a:ext cx="292608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5833872" y="25054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59168" y="25054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or  3.14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294436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5833872" y="30083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59168" y="30083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/ false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3447288"/>
            <a:ext cx="292608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5833872" y="35112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59168" y="35112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395020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/>
          <p:nvPr/>
        </p:nvSpPr>
        <p:spPr>
          <a:xfrm>
            <a:off x="5833872" y="4014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59168" y="40142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... 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0" y="4453128"/>
            <a:ext cx="292608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5833872" y="45171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59168" y="45171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... 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ArduinoJson: Parsing the Response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11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(platformio.ini):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bblanchon/ArduinoJson @ ^7.0.0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JsonDocument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type for both objects and
arrays. Heap-allocated.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deserializeJson(doc, src)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Parses the JSON string.
Returns DeserializationError.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doc["key"].as&lt;T&gt;()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a typed value.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[] for both keys and indices.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51960" y="868680"/>
            <a:ext cx="4434840" cy="4069080"/>
          </a:xfrm>
          <a:prstGeom prst="rect">
            <a:avLst/>
          </a:prstGeom>
          <a:solidFill>
            <a:srgbClr val="0D1B2A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361688" y="960120"/>
            <a:ext cx="421538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&lt;ArduinoJson.h&gt;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parseResponse(const String&amp; body)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JsonDocument doc;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DeserializationError err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deserializeJson(doc, body);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(err)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Serial.print("Parse error: 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Serial.println(err.c_str());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(!doc["success"].as&lt;bool&gt;()) return;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Navigate nested objects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JsonArray ee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doc["data"]["ee"].as&lt;JsonArray&gt;();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Serial.printf("Entries: %u\n",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ee.size());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the Price Array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11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PriceEntry struct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Holds one hourly record:
timestamp (Unix UTC) and
price in EUR/MWh.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Range-for over JsonArray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ArduinoJson supports modern
C++ range-for directly.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.as&lt;uint32_t&gt;()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Explicit cast from JsonVariant
to a fixed-width type.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MAX_ENTRIES = 25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hours + 1 spare.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Protects against buffer overrun.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51960" y="868680"/>
            <a:ext cx="4434840" cy="4069080"/>
          </a:xfrm>
          <a:prstGeom prst="rect">
            <a:avLst/>
          </a:prstGeom>
          <a:solidFill>
            <a:srgbClr val="0D1B2A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361688" y="960120"/>
            <a:ext cx="421538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PriceEntry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timestamp;  // Unix UTC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   price;      // EUR/MWh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uint8_t MAX_ENTRIES = 25u;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parsePriceArray(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JsonArray arr,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PriceEntry* out)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count = 0u;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(JsonObject obj : arr)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(count &gt;= MAX_ENTRIES) break;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out[count].timestamp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obj["timestamp"].as&lt;uint32_t&gt;();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out[count].price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obj["price"].as&lt;float&gt;();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count++;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 Min, Max, and Current Hour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11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pass through the array.
Track min, max, and match
the current hour.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matching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Floor current time to nearest hour: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 = (now / 3600) * 3600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curPrice = -1.0f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Sentinel value: the current hour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not be in the array yet.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10664" y="761017"/>
            <a:ext cx="4434840" cy="4176743"/>
          </a:xfrm>
          <a:prstGeom prst="rect">
            <a:avLst/>
          </a:prstGeom>
          <a:solidFill>
            <a:srgbClr val="0D1B2A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320392" y="836234"/>
            <a:ext cx="4215384" cy="41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PriceSummary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  minPrice;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  maxPrice;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  curPrice; // -1 if not found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minHour;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maxHour;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PriceSummary analyze( const PriceEntry* 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uint8_t n, time_t now)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PriceSummary r = { e[0].price, e[0].price,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-1.0f, 0u, 0u };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time_t h0 = (now / 3600) * 3600;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(uint8_t i = 0u; i &lt; n;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(e[i].price &lt; r.minPrice)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 r.minPrice = e[i].price; r.minHour = i;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(e[i].price &gt; r.maxPrice)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 r.maxPrice = e[i].price; r.maxHour = i;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((time_t)e[i].timestamp == h0)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r.curPrice = e[i].price;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NTP Time Synchronization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11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NTP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Time Protocol.
configTime() enables SNTP
on the ESP32.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configTime(tz, dst, server)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tz  = UTC offset in seconds
dst = daylight saving offset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Estonia (EET / UTC+2)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7200 seconds offset.
DST = 0 for simplicity.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time(&amp;t)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the current Unix UTC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timestamp in seconds.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this to match API timestamps.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87067" y="620907"/>
            <a:ext cx="4434840" cy="4069080"/>
          </a:xfrm>
          <a:prstGeom prst="rect">
            <a:avLst/>
          </a:prstGeom>
          <a:solidFill>
            <a:srgbClr val="0D1B2A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361688" y="629019"/>
            <a:ext cx="421538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&lt;time.h&gt;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long TZ_OFFSET  = 7200L;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int  DST_OFFSET = 0;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syncNTP()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configTime(TZ_OFFSET, DST_OFFSET, "pool.ntp.org",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"time.nist.gov");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tm ti;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Serial.print("NTP sync");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(!getLocalTime(&amp;ti))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delay(500);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Serial.print(".");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Serial.printf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"\nTime: %02d:%02d:%02d\n",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0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ti.tm_hour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ti.tm_min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ti.tm_sec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time_t nowUnix()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time_t 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time(&amp;t);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WS2812 Color Feedback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11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the current price between
today's min and max onto a
green-to-red gradient.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0.0 -&gt; green  (cheap)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1.0 -&gt; red    (expensive)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Clamps ratio to [0, 1] to guard
against out-of-range values.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 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 WS2812 on the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ESP32-C3 Super Mini.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51960" y="868680"/>
            <a:ext cx="4434840" cy="4069080"/>
          </a:xfrm>
          <a:prstGeom prst="rect">
            <a:avLst/>
          </a:prstGeom>
          <a:solidFill>
            <a:srgbClr val="0D1B2A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361688" y="960120"/>
            <a:ext cx="421538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&lt;Adafruit_NeoPixel.h&gt;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LED_PIN  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LED_CNT 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MAX_BR   80u   // brightness cap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Adafruit_NeoPixel strip(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LED_CNT, LED_PIN,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NEO_GRB + NEO_KHZ800);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initLed()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strip.begin();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strip.show();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showPrice(float cur,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float lo, float hi)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ratio = (cur - lo) / (hi - lo);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ratio = constrain(ratio, 0.0f, 1.0f);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R = (uint8_t)(ratio * MAX_BR);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G = (uint8_t)(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(1.0f - ratio) * MAX_BR);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strip.setPixelColor(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0, strip.Color(R, G, 0u));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strip.show();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Code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86968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platformio.ini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03320" y="9509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ESP32-C3 board, ArduinoJson + Adafruit NeoPixel libs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49654"/>
            <a:ext cx="832104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548640" y="141366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include/config.h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03320" y="141366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SSID, PASSWORD, constants (do not commit to git)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12341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548640" y="1876349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include/wifi_helper.h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03320" y="1876349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connectWiFi() declaration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75027"/>
            <a:ext cx="832104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548640" y="2339035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src/wifi_helper.cpp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2339035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WiFi.begin() + status polling, NTP sync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37714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548640" y="280172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include/elering.h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280172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PriceEntry, PriceSummary structs + function declarations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00400"/>
            <a:ext cx="832104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/>
          <p:nvPr/>
        </p:nvSpPr>
        <p:spPr>
          <a:xfrm>
            <a:off x="548640" y="32644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src/elering.cpp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3264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buildUrl(), fetchPrices(), parsePriceArray(), analyze()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663086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/>
          <p:nvPr/>
        </p:nvSpPr>
        <p:spPr>
          <a:xfrm>
            <a:off x="548640" y="372709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include/led.h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372709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initLed(), showPrice() declarations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125773"/>
            <a:ext cx="832104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548640" y="4189781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src/led.cpp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4189781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Adafruit NeoPixel color mapping (green to red)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588459"/>
            <a:ext cx="8321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Text 26"/>
          <p:cNvSpPr/>
          <p:nvPr/>
        </p:nvSpPr>
        <p:spPr>
          <a:xfrm>
            <a:off x="548640" y="4652467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src/main.cpp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03320" y="4652467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setup(): WiFi -&gt; NTP -&gt; fetch -&gt; parse -&gt; LED   loop(): timed refresh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the demo project with the following features: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105156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594360" y="1591056"/>
            <a:ext cx="457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170432" y="1673352"/>
            <a:ext cx="0" cy="722376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7178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Top-3 cheapest hours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02536"/>
            <a:ext cx="7178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three cheapest hours of today. Print each one as HH:00 with its price in EUR/MWh. (Hint: sort or scan three times.)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8229600" cy="105156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594360" y="2752344"/>
            <a:ext cx="457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170432" y="2834640"/>
            <a:ext cx="0" cy="722376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1325880" y="2761488"/>
            <a:ext cx="7178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category display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163824"/>
            <a:ext cx="7178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Define: cheap (&lt;50), normal (50-100), expensive (&gt;100) EUR/MWh. Print the category to Serial each refresh cycle.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8229600" cy="105156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594360" y="3913632"/>
            <a:ext cx="457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170432" y="3995928"/>
            <a:ext cx="0" cy="722376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1325880" y="3922776"/>
            <a:ext cx="7178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Periodic refresh with millis()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325112"/>
            <a:ext cx="7178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 new prices once per hour without blocking. Use millis() to track elapsed time. Do not use delay() for long waits.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2181</Words>
  <Application>Microsoft Office PowerPoint</Application>
  <PresentationFormat>On-screen Show (16:9)</PresentationFormat>
  <Paragraphs>382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17 - REST APIs and JSON on ESP32</dc:title>
  <dc:subject>PptxGenJS Presentation</dc:subject>
  <dc:creator>Embedded Course 2026</dc:creator>
  <cp:lastModifiedBy>Bobyrev, Aleksandr</cp:lastModifiedBy>
  <cp:revision>2</cp:revision>
  <dcterms:created xsi:type="dcterms:W3CDTF">2026-04-17T11:12:53Z</dcterms:created>
  <dcterms:modified xsi:type="dcterms:W3CDTF">2026-04-17T11:42:47Z</dcterms:modified>
</cp:coreProperties>
</file>