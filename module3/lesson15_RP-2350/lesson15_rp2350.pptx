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06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0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15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RP2350: Meet the New Platform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C++ for Microcontrollers  |  Module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ARM Cortex-M33 / RISC-V Hazard3  |  Pico SDK  |  PlatformIO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4: Platform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468880" cy="25603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10-11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280160"/>
            <a:ext cx="2468880" cy="25603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002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12-14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280160"/>
            <a:ext cx="2468880" cy="2560320"/>
          </a:xfrm>
          <a:prstGeom prst="rect">
            <a:avLst/>
          </a:prstGeom>
          <a:solidFill>
            <a:srgbClr val="2A3F8F"/>
          </a:solidFill>
          <a:ln w="25400">
            <a:solidFill>
              <a:srgbClr val="FFB3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002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RP2350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3093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15+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Comparison coming after all three platforms are covered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RP2350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 Cortex-M33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2x Hazard3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MHz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520 KB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QSPI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(board: 4-16MB)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pins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60320" y="28803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25603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blocks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state machines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12-bit, 4 ch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(8 ch on B)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66560" y="2880360"/>
            <a:ext cx="1920240" cy="15544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676656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 TrustZone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Boot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RP2040 vs RP2350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Cortex-M0+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Cortex-M33 / Hazard3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PIO Blocks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(8 SM)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(12 SM)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12-bit, 4 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12-bit, 4/8 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FP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+ Double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TrustZone + OTP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USB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Host/Device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Host/Device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HSTX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(DVI 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Architecture: ARM + RISC-V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29260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 Cortex-M33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ARMv8-M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instructions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+ Double FPU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 security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 at boot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29260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RISC-V Hazard3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RV32IMAC instruction 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design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FPU (software float)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TrustZone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at boot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41B3D"/>
          </a:solidFill>
          <a:ln/>
        </p:spPr>
        <p:txBody>
          <a:bodyPr/>
          <a:lstStyle/>
          <a:p>
            <a:endParaRPr lang="et-E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cores active at a time. You can even run one ARM + one RISC-V core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Board: RP2350 USB Dongle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RP2350A USB-A Form Factor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Chip: RP2350A (QFN-60, 30 GPIO)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 4-16 MB QSPI (board-dependent)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 520 KB on-chip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male connector (plug-and-play)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+ RST buttons on 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GPIO exposed via castellated pads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 LED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005840"/>
            <a:ext cx="2926080" cy="347472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0" name="Text 7"/>
          <p:cNvSpPr/>
          <p:nvPr/>
        </p:nvSpPr>
        <p:spPr>
          <a:xfrm>
            <a:off x="57607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Pico 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192024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(no cable needed)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exposed GPIOs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 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RP2350A chip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Toolchain: PlatformIO + Pico SDK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Steps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PlatformIO in VS Code (if not already done)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29968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8"/>
          <p:cNvSpPr/>
          <p:nvPr/>
        </p:nvSpPr>
        <p:spPr>
          <a:xfrm>
            <a:off x="5486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029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project: Board = rpipico2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1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25054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platform to maxgerhardt's fork (RP2350 support)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4"/>
          <p:cNvSpPr/>
          <p:nvPr/>
        </p:nvSpPr>
        <p:spPr>
          <a:xfrm>
            <a:off x="54864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29809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framework = arduino (wraps Pico SDK)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0" name="Text 17"/>
          <p:cNvSpPr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51560" y="3456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Win32 Long Paths (Windows only)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3" name="Text 20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-&gt; generates .uf2 firmware file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377690"/>
            <a:ext cx="8229600" cy="411480"/>
          </a:xfrm>
          <a:prstGeom prst="rect">
            <a:avLst/>
          </a:prstGeom>
          <a:solidFill>
            <a:srgbClr val="141B3D"/>
          </a:solidFill>
          <a:ln/>
        </p:spPr>
        <p:txBody>
          <a:bodyPr/>
          <a:lstStyle/>
          <a:p>
            <a:endParaRPr lang="et-EE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348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6868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Official Raspberry Pi Pico VS Code Extension (CMake + Pico SDK native)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platformio.ini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[env:rp2350_usb]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= https://github.com/maxgerhardt/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platform-raspberrypi.git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= rpipico2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= arduino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board_build.core = earlephilhower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RP2350 defaults to ARM Cortex-M33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For RISC-V, uncomment: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board_build.mcu = rp2350-riscv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monitor_speed = 115200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Arduino framework as a wrapper -- Pico SDK APIs are fully accessible underneath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 Demo: External LED Wiring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onboard LED -- wire an external one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5029200" cy="256032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GP15 --&gt; 330 Ohm --&gt; LED (anode) --&gt; GND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forward voltage: ~2V (red)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(3.3V - 2V) / 330 = ~4 mA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60720" y="1600200"/>
            <a:ext cx="2926080" cy="256032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1" name="Text 8"/>
          <p:cNvSpPr/>
          <p:nvPr/>
        </p:nvSpPr>
        <p:spPr>
          <a:xfrm>
            <a:off x="57607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Details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1031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15 chosen because: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most dongles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by QSPI flash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logic level output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Blink: Pico SDK Style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"pico/stdlib.h"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uint LED_PIN = 15;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stdio_init_all();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gpio_init(LED_PIN);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gpio_set_dir(LED_PIN, GPIO_OUT);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gpio_put(LED_PIN, 1);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sleep_ms(500);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gpio_put(LED_PIN, 0);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sleep_ms(500);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2468880" cy="365760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stdio_init_all()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USB/UART serial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gpio_init()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GPIO pad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gpio_set_dir()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pin direction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gpio_put()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pin high/low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sleep_ms()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delay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RP2350: Meet the New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Flash: UF2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960120"/>
            <a:ext cx="7635240" cy="77724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118872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in PlatformIO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25272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Build (checkmark icon) or Ctrl+Alt+B.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.pio/build/rp2350_usb/firmware.uf2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1920240"/>
            <a:ext cx="7635240" cy="77724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11887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BOOTSEL Mode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21284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BOOT button, plug USB dongle into PC.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appears as mass storage device (RPI-RP2).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1560" y="2880360"/>
            <a:ext cx="7635240" cy="77724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11887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Firmware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17296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firmware.uf2 onto the RPI-RP2 drive.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reboots automatically and runs your code.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solidFill>
            <a:srgbClr val="3A4A8A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3840480"/>
            <a:ext cx="7635240" cy="77724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Serial Output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413308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PlatformIO Serial Monitor (115200 baud).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 serial -- no extra UART wiring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PlatformIO project for RP2350 USB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external LED on GPIO 15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blink demo via BOOTSEL + UF2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Modify: add a second LED, alternate blink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try printf() over USB serial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 buttons + interrupts on RP2350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&amp; I2C peripherals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state machines (unique to RP2xxx)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comparison: ESP32 vs STM32 vs RP2350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project to GitHub Classroom before next session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1002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15 - RP2350: Meet the New Platform</dc:title>
  <dc:subject>PptxGenJS Presentation</dc:subject>
  <dc:creator>Fundamentals of C++ for Microcontrollers</dc:creator>
  <cp:lastModifiedBy>Bobyrev, Aleksandr</cp:lastModifiedBy>
  <cp:revision>2</cp:revision>
  <dcterms:created xsi:type="dcterms:W3CDTF">2026-04-03T11:13:08Z</dcterms:created>
  <dcterms:modified xsi:type="dcterms:W3CDTF">2026-04-03T13:57:40Z</dcterms:modified>
</cp:coreProperties>
</file>