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C/C++ Development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1: Git &amp; Development Setup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Nikolai Barbanov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1645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Setup (90 min)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keys generation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basics &amp; workflow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setup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88720"/>
            <a:ext cx="73152" cy="1645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Skills Check (90 min)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1828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C/C++ level assessment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practical tasks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feedback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17:45 - 21:00 (3 hours)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&amp; Git Setup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Keys: What &amp; Why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SSH?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Shell - encrypted connection protocol for remote access and authentication.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SSH keys?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 typing every push/pull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secure than passwords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many Git hosts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1188720"/>
            <a:ext cx="3657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Computer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0" y="1920240"/>
            <a:ext cx="237744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0" y="2011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Key 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0" y="2468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0352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0" y="3383280"/>
            <a:ext cx="237744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3474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Key 🔓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SSH Keys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Open Terminal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Windows: Git Bash  |  Mac/Linux: Terminal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Generate Key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80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ssh-keygen -t ed25519 -C "your.email@example.com"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Save &amp; Copy Public Key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77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~/.ssh/id_ed25519.pub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Press Enter for all prompts (default location)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SSH Key to GitHub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Go to: github.com/settings/keys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Click 'New SSH key'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Paste your public key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Click 'Add SSH key'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Test: ssh -T git@github.com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Changes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repo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changes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snapshot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Sync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0" y="192024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GitHub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changes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changes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&amp; History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192024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changes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history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differences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Workflow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146304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377440" y="1965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2103120"/>
            <a:ext cx="10972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66160" y="1645920"/>
            <a:ext cx="1463040" cy="9144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1828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12080" y="1965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2103120"/>
            <a:ext cx="12801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1645920"/>
            <a:ext cx="1463040" cy="914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828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2926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66160" y="3383280"/>
            <a:ext cx="201168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3566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/ GitLab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Course Repository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Create your repository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8229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repo: your-name-embedded-course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Clone and create structure: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module1/, module2/, ..., module6/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Add README.md with course info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First commit &amp; push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Add @Anaga as collaborator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C3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C/C++ Skills Assessment</a:t>
            </a:r>
            <a:endParaRPr lang="en-US" sz="4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Check: What We'll Do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Understand your current level in C/C++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737360"/>
            <a:ext cx="256032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74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Level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&amp; Loops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73736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737360"/>
            <a:ext cx="256032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874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23774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 &amp; Strings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737360"/>
            <a:ext cx="256032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874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23774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OOP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VSCode • Ask questions • No time pressure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Find Maximum in Array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Basic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292608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7863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Write a function that finds the maximum value in an array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findMax(int arr[], int size)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Your code here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Example: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Input: [3, 7, 2, 9, 1]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 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 loops, conditions, arrays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Reverse String with Pointers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Intermediate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292608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7863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Reverse a string in-place using pointers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reverseString(char* str)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Your code here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Use two pointers: start and end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Example: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Input: "hello"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 "olleh"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 pointers, strings, memory manipulation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Sensor Data Class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Advanced (C++)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292608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7863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 a class for sensor readings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SensorData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Store: timestamp, temperature, humidity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Methods: constructor, getAverage(), print()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Should handle multiple readings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Calculate average temperature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 classes, encapsulation, constructors, methods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Repository created &amp; instructor added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VSCode + PlatformIO installed (check setup-guide.md)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651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 Preview: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Introduction to Microcontrollers (STM32, ESP32, RP2040)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 embedded project: LED blink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Understanding GPIO and hardware basics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next session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Template: github.com/Anaga/embedded-course-2026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C/C++ Course - Session 1</dc:title>
  <dc:subject>PptxGenJS Presentation</dc:subject>
  <dc:creator>Nikolai Barbanov</dc:creator>
  <cp:lastModifiedBy>Nikolai Barbanov</cp:lastModifiedBy>
  <cp:revision>1</cp:revision>
  <dcterms:created xsi:type="dcterms:W3CDTF">2026-02-11T14:53:18Z</dcterms:created>
  <dcterms:modified xsi:type="dcterms:W3CDTF">2026-02-11T14:53:18Z</dcterms:modified>
</cp:coreProperties>
</file>