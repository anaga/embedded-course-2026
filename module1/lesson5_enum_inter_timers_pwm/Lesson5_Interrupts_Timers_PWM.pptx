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Interrupts, Timers &amp; PWM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Polling to Event-Driven Embedded Programming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36393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60520" y="3474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6393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3474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3931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C/C++ Development  |  ESP32-C3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Named Constants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enum?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magic numbers with names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checks value correctness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code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constants together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097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LED_OFF   = 0,
</a:t>
            </a:r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LED_RED   = 1,
</a:t>
            </a:r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LED_GREEN = 2,
</a:t>
            </a:r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LED_BLUE  = 3
</a:t>
            </a:r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led_color_t;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Magic Numbers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(state == 3) {    </a:t>
            </a:r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is 3?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set_color(2);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???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Named Constants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3520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(state == LED_BLUE) {
</a:t>
            </a:r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set_color(LED_GREEN);
</a:t>
            </a:r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in Embedded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Pattern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STATE_IDLE,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STATE_RUNNING,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STATE_ERROR,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STATE_COUNT    // total states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state_t;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state_t current = STATE_IDLE;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(current)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STATE_IDLE: 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STATE_RUNNING: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STATE_ERROR: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start at 0 by default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_COUNT as last entry for array sizing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names: STATE_, LED_, MODE_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typedef for cleaner declarations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931920" cy="1371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enum is just an int!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sizeof(state_t)  // usually 4 bytes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memory-constrained code: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uint8_t led_color_t;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LED_OFF 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LED_RED  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we can name our states cleanly, let's learn how to REACT to events...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0F17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Interrupts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Wasting CPU Cycles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vs. Interrupts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(what you did before)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12801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CPU checks EVERY cycle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(digitalRead(BTN) == LOW)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handle_press();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other work blocked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CPU busy-waits constantly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Wastes power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 miss fast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Blocks other tasks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(event-driven)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3566160" cy="12801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08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onPress()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runs ONLY when pressed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CPU free for other work!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attachInterrupt(BTN, onPress,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FALLING);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CPU does useful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Low power consumption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Instant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Non-blocking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it: a doorbell vs. checking the door every 5 seconds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Interrupts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0972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occurs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(button press)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saves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jumps to ISR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runs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(keep it SHORT!)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0972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0664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restores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resumes main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Modes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91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-&gt; HIGH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_/^^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06040" y="3246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3291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3611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-&gt; LOW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^^\_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246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291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transition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_/^^\_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20" y="3246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3291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/ HIGH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611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trigger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  ^^^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Rules (Critical!)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should set a flag and exit.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heavy work in loop().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volatile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8348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shared with ISR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declared volatile.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423160"/>
            <a:ext cx="73152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Serial / delay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2788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Serial.print(), no delay(),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malloc() inside ISR.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24231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423160"/>
            <a:ext cx="73152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83480" y="2788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ISRs must be in IRAM.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IRAM_ATTR to function.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bool buttonPressed = false;            // shared with ISR -&gt; volatile!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handleButton() { buttonPressed = true; }    // short! just set flag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 if (buttonPressed) { buttonPressed = false;  /* do work here */ } 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0F17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Timers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Timing Without delay()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Hardware Timers?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Counter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timer is a counter driven by a clock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counts up (or down) at a fixed frequency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reaches a target value, it can: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Trigger an interrupt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Toggle a GPIO pin (PWM!)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Reset and start over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delay(1000)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CPU for 1 second.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can run!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103120"/>
            <a:ext cx="3931920" cy="10058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Timer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2423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in background.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free! Fires interrupt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time is 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Timer Resources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40480"/>
          <a:ext cx="786384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645920"/>
                <a:gridCol w="2834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 Timers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tasks, timing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LEDC PWM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LED/motor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0F17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&amp; LEDC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Output from Digital Pins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PWM?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Width Modulation: rapidly switching a pin ON/OFF to simulate an analog voltage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50292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2029968"/>
            <a:ext cx="50292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2029968"/>
            <a:ext cx="125730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29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2029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1/4 of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2688336"/>
            <a:ext cx="50292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2688336"/>
            <a:ext cx="251460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88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2688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half of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6883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3346704"/>
            <a:ext cx="50292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3346704"/>
            <a:ext cx="377190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4670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3346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3/4 of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3467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4005072"/>
            <a:ext cx="50292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4005072"/>
            <a:ext cx="502920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050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920240" y="4005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0050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Frequency (Hz) controls flicker, Resolution (bits) controls precision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LEDC API (Arduino)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Arduino Core 3.x (new API)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Attach pin with frequency and resolution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ledcAttach(pin, frequency, resolution_bits);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pin:        GPIO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frequency:  PWM frequency in Hz (e.g. 5000)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resolution: bit depth (1-14 on ESP32-C3)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Set duty cycle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ledcWrite(pin, duty);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duty: 0 to (2^resolution - 1)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8-bit:  0..255     10-bit: 0..1023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12-bit: 0..4095    14-bit: 0..16383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(optional) Detach when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ledcDetach(pin);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vs. Duty Range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4572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9144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Duty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LED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Servo, motors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4095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fading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3657600"/>
            <a:ext cx="3383280" cy="12344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3703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vs Resolution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3977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= lower 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frequency. For LEDs, 5 kHz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8-bit (or 10-bit) is perfect.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max_freq = 80MHz / 2^bits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Color Mixing with PWM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5029200" cy="3200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96012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PIN_R 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PIN_G 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PIN_B 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PWM_FREQ   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PWM_RES    8    // 0..255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ledcAttach(PIN_R, PWM_FREQ, PWM_RES);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ledcAttach(PIN_G, PWM_FREQ, PWM_RES);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ledcAttach(PIN_B, PWM_FREQ, PWM_RES);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setColor(uint8_t r, uint8_t 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uint8_t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ledcWrite(PIN_R, 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ledcWrite(PIN_G, g);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ledcWrite(PIN_B, b);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Examples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325880"/>
            <a:ext cx="274320" cy="25603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325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0" y="1325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(255, 0, 0)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664208"/>
            <a:ext cx="274320" cy="256032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664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(0, 255, 0)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002536"/>
            <a:ext cx="274320" cy="256032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20025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40880" y="20025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(0, 0, 255)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2340864"/>
            <a:ext cx="274320" cy="25603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2340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40880" y="2340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(255, 255, 0)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2679192"/>
            <a:ext cx="274320" cy="256032"/>
          </a:xfrm>
          <a:prstGeom prst="rect">
            <a:avLst/>
          </a:prstGeom>
          <a:solidFill>
            <a:srgbClr val="00CCCC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679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40880" y="2679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(0, 255, 255)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3017520"/>
            <a:ext cx="274320" cy="256032"/>
          </a:xfrm>
          <a:prstGeom prst="rect">
            <a:avLst/>
          </a:prstGeom>
          <a:solidFill>
            <a:srgbClr val="CC00CC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3017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4088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(255, 0, 255)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3355848"/>
            <a:ext cx="274320" cy="2560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40880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(255, 255, 255)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760720" y="3694176"/>
            <a:ext cx="274320" cy="256032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30" name="Text 27"/>
          <p:cNvSpPr/>
          <p:nvPr/>
        </p:nvSpPr>
        <p:spPr>
          <a:xfrm>
            <a:off x="6126480" y="36941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4088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(255, 128, 0)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Common Anode RGB LED? Invert values: ledcWrite(pin, 255 - value). Common Cathode? Use values directly. Check your LED datasheet!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+ enum + PWM = Smart RGB Controller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(hardware event)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64592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 flag)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371600"/>
            <a:ext cx="201168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056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flag,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enum state)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1371600"/>
            <a:ext cx="1828800" cy="9144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(RGB LED)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860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20624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9224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5146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 COLOR_RED, COLOR_GREEN, COLOR_BLUE, COLOR_YELLOW,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COLOR_CYAN, COLOR_MAGENTA, COLOR_WHITE, COLOR_COUNT } color_t;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bool btnPressed =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color_t currentColor = COLOR_RED;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onButton() { btnPressed = true;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attachInterrupt(BTN_PIN, onButton, FALLING);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ledcAttach(PIN_R, 5000, 8);  ledcAttach(PIN_G, 5000, 8);  ledcAttach(PIN_B, 5000, 8);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(btnPressed)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btnPressed =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currentColor = (color_t)((currentColor + 1) % COLOR_COUNT);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applyColor(currentColor);   // sets R, G, B via ledcWrite()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RGB PWM Controller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enum for color states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Button via interrupt (not polling!)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PWM output to RGB LED (3 channels)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 least 6 distinct colors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Debounce the interrupt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Serial output: print color 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Challenge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fade between colors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button: brightness control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Auto-cycle mode (timer-based)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millis() for debounce timing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colors in a struct array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COLOR_COUNT for modulo wrap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before next lesson  |  Push to your GitHub repo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enum  +  Interrupts  +  Timers  +  PWM / LEDC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I2C Communication &amp; Sensors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840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C/C++ - Lesson 5: Interrupts, Timers &amp; PWM</dc:title>
  <dc:subject>PptxGenJS Presentation</dc:subject>
  <dc:creator>Nikolai Barbanov</dc:creator>
  <cp:lastModifiedBy>Nikolai Barbanov</cp:lastModifiedBy>
  <cp:revision>1</cp:revision>
  <dcterms:created xsi:type="dcterms:W3CDTF">2026-02-25T14:59:24Z</dcterms:created>
  <dcterms:modified xsi:type="dcterms:W3CDTF">2026-02-25T14:59:24Z</dcterms:modified>
</cp:coreProperties>
</file>